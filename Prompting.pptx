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6" r:id="rId3"/>
    <p:sldId id="258" r:id="rId4"/>
    <p:sldId id="263" r:id="rId5"/>
    <p:sldId id="265" r:id="rId6"/>
    <p:sldId id="264" r:id="rId7"/>
  </p:sldIdLst>
  <p:sldSz cx="14630400" cy="8229600"/>
  <p:notesSz cx="8229600" cy="14630400"/>
  <p:embeddedFontLst>
    <p:embeddedFont>
      <p:font typeface="Roboto Condensed" panose="02000000000000000000" pitchFamily="2" charset="0"/>
      <p:regular r:id="rId9"/>
      <p:bold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68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9390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550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20110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Prompting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958828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Prompting is crafting inputs to effectively communicate with AI language models. It's a language for efficiency, quality, consistency, and cost-effectiveness in AI interactions.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530268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AI models predict text possibilities based on learned patterns and prompts guide this process.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69306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E1E1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Core Prompting Principles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45078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C8CAC1">
              <a:alpha val="50000"/>
            </a:srgbClr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860" y="2493288"/>
            <a:ext cx="340162" cy="42529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282077" y="2528649"/>
            <a:ext cx="331684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Be Clear &amp; Specific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530906" y="3019068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Vague prompts yield vague results.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793790" y="383559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C8CAC1">
              <a:alpha val="50000"/>
            </a:srgbClr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860" y="3878104"/>
            <a:ext cx="340162" cy="42529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457337" y="3913465"/>
            <a:ext cx="296632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Provide Context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530906" y="4403884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AI needs your situation details.</a:t>
            </a:r>
            <a:endParaRPr lang="en-US" sz="1750" dirty="0"/>
          </a:p>
        </p:txBody>
      </p:sp>
      <p:sp>
        <p:nvSpPr>
          <p:cNvPr id="12" name="Shape 7"/>
          <p:cNvSpPr/>
          <p:nvPr/>
        </p:nvSpPr>
        <p:spPr>
          <a:xfrm>
            <a:off x="793790" y="522041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C8CAC1">
              <a:alpha val="50000"/>
            </a:srgbClr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860" y="5262920"/>
            <a:ext cx="340162" cy="42529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152180" y="5298281"/>
            <a:ext cx="357675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State Output Format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1530906" y="5788700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Explicit format saves time.</a:t>
            </a:r>
            <a:endParaRPr lang="en-US" sz="1750" dirty="0"/>
          </a:p>
        </p:txBody>
      </p:sp>
      <p:sp>
        <p:nvSpPr>
          <p:cNvPr id="16" name="Shape 10"/>
          <p:cNvSpPr/>
          <p:nvPr/>
        </p:nvSpPr>
        <p:spPr>
          <a:xfrm>
            <a:off x="793790" y="660523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C8CAC1">
              <a:alpha val="50000"/>
            </a:srgbClr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8860" y="6647736"/>
            <a:ext cx="340162" cy="425291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522940" y="66830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Use Examples</a:t>
            </a:r>
            <a:endParaRPr lang="en-US" sz="2200" dirty="0"/>
          </a:p>
        </p:txBody>
      </p:sp>
      <p:sp>
        <p:nvSpPr>
          <p:cNvPr id="19" name="Text 12"/>
          <p:cNvSpPr/>
          <p:nvPr/>
        </p:nvSpPr>
        <p:spPr>
          <a:xfrm>
            <a:off x="1530906" y="7173516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Show, don't just tell.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84252"/>
            <a:ext cx="10459760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Effective Prompting Techniques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93790" y="1730454"/>
            <a:ext cx="4211479" cy="3291483"/>
          </a:xfrm>
          <a:prstGeom prst="roundRect">
            <a:avLst>
              <a:gd name="adj" fmla="val 930"/>
            </a:avLst>
          </a:prstGeom>
          <a:solidFill>
            <a:srgbClr val="D8D9D2"/>
          </a:solidFill>
          <a:ln/>
        </p:spPr>
      </p:sp>
      <p:sp>
        <p:nvSpPr>
          <p:cNvPr id="4" name="Shape 2"/>
          <p:cNvSpPr/>
          <p:nvPr/>
        </p:nvSpPr>
        <p:spPr>
          <a:xfrm>
            <a:off x="997863" y="1934528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C8CAC1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217" y="2068473"/>
            <a:ext cx="275511" cy="3444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97863" y="2750939"/>
            <a:ext cx="3803333" cy="637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Chain-of-Thought Reasoning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97863" y="3511034"/>
            <a:ext cx="3803333" cy="130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Ask the AI to think step-by-step for accurate, explainable results. Example: "Walk me through a decision-making framework for job offers."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209342" y="1730454"/>
            <a:ext cx="4211598" cy="3291483"/>
          </a:xfrm>
          <a:prstGeom prst="roundRect">
            <a:avLst>
              <a:gd name="adj" fmla="val 930"/>
            </a:avLst>
          </a:prstGeom>
          <a:solidFill>
            <a:srgbClr val="D8D9D2"/>
          </a:solidFill>
          <a:ln/>
        </p:spPr>
      </p:sp>
      <p:sp>
        <p:nvSpPr>
          <p:cNvPr id="9" name="Shape 6"/>
          <p:cNvSpPr/>
          <p:nvPr/>
        </p:nvSpPr>
        <p:spPr>
          <a:xfrm>
            <a:off x="5413415" y="1934528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C8CAC1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1769" y="2068473"/>
            <a:ext cx="275511" cy="3444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13415" y="2750939"/>
            <a:ext cx="2661880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Role Assignment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5413415" y="3192185"/>
            <a:ext cx="3803452" cy="980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Assign a specific role (e.g., "experienced financial advisor") to tap relevant knowledge and communication styles.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9625013" y="1730454"/>
            <a:ext cx="4211598" cy="3291483"/>
          </a:xfrm>
          <a:prstGeom prst="roundRect">
            <a:avLst>
              <a:gd name="adj" fmla="val 930"/>
            </a:avLst>
          </a:prstGeom>
          <a:solidFill>
            <a:srgbClr val="D8D9D2"/>
          </a:solidFill>
          <a:ln/>
        </p:spPr>
      </p:sp>
      <p:sp>
        <p:nvSpPr>
          <p:cNvPr id="14" name="Shape 10"/>
          <p:cNvSpPr/>
          <p:nvPr/>
        </p:nvSpPr>
        <p:spPr>
          <a:xfrm>
            <a:off x="9829086" y="1934528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C8CAC1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97440" y="2068473"/>
            <a:ext cx="275511" cy="3444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29086" y="2750939"/>
            <a:ext cx="3242310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Structured Prompts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9829086" y="3192185"/>
            <a:ext cx="3803452" cy="980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Break complex requests into labeled sections (CONTEXT, TASK, REQUIREMENTS) to ensure all components are addressed.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793790" y="5226010"/>
            <a:ext cx="6419374" cy="2319218"/>
          </a:xfrm>
          <a:prstGeom prst="roundRect">
            <a:avLst>
              <a:gd name="adj" fmla="val 1320"/>
            </a:avLst>
          </a:prstGeom>
          <a:solidFill>
            <a:srgbClr val="D8D9D2"/>
          </a:solidFill>
          <a:ln/>
        </p:spPr>
      </p:sp>
      <p:sp>
        <p:nvSpPr>
          <p:cNvPr id="19" name="Shape 14"/>
          <p:cNvSpPr/>
          <p:nvPr/>
        </p:nvSpPr>
        <p:spPr>
          <a:xfrm>
            <a:off x="997863" y="5430083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C8CAC1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6217" y="5564029"/>
            <a:ext cx="275511" cy="34444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97863" y="6246495"/>
            <a:ext cx="5130522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Positive and Negative Examples</a:t>
            </a:r>
            <a:endParaRPr lang="en-US" sz="2000" dirty="0"/>
          </a:p>
        </p:txBody>
      </p:sp>
      <p:sp>
        <p:nvSpPr>
          <p:cNvPr id="22" name="Text 16"/>
          <p:cNvSpPr/>
          <p:nvPr/>
        </p:nvSpPr>
        <p:spPr>
          <a:xfrm>
            <a:off x="997863" y="6687741"/>
            <a:ext cx="6011228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Show both what you want and what to avoid. Example: "DO include: acknowledgment... DON'T include: generic language..."</a:t>
            </a:r>
            <a:endParaRPr lang="en-US" sz="1600" dirty="0"/>
          </a:p>
        </p:txBody>
      </p:sp>
      <p:sp>
        <p:nvSpPr>
          <p:cNvPr id="23" name="Shape 17"/>
          <p:cNvSpPr/>
          <p:nvPr/>
        </p:nvSpPr>
        <p:spPr>
          <a:xfrm>
            <a:off x="7417237" y="5226010"/>
            <a:ext cx="6419374" cy="2319218"/>
          </a:xfrm>
          <a:prstGeom prst="roundRect">
            <a:avLst>
              <a:gd name="adj" fmla="val 1320"/>
            </a:avLst>
          </a:prstGeom>
          <a:solidFill>
            <a:srgbClr val="D8D9D2"/>
          </a:solidFill>
          <a:ln/>
        </p:spPr>
      </p:sp>
      <p:sp>
        <p:nvSpPr>
          <p:cNvPr id="24" name="Shape 18"/>
          <p:cNvSpPr/>
          <p:nvPr/>
        </p:nvSpPr>
        <p:spPr>
          <a:xfrm>
            <a:off x="7621310" y="5430083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C8CAC1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89664" y="5564029"/>
            <a:ext cx="275511" cy="34444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621310" y="6246495"/>
            <a:ext cx="3474125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Iterative Refinement</a:t>
            </a:r>
            <a:endParaRPr lang="en-US" sz="2000" dirty="0"/>
          </a:p>
        </p:txBody>
      </p:sp>
      <p:sp>
        <p:nvSpPr>
          <p:cNvPr id="27" name="Text 20"/>
          <p:cNvSpPr/>
          <p:nvPr/>
        </p:nvSpPr>
        <p:spPr>
          <a:xfrm>
            <a:off x="7621310" y="6687741"/>
            <a:ext cx="6011228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Treat prompting as a conversation, building on initial results with specific feedback for revisions.</a:t>
            </a:r>
            <a:endParaRPr lang="en-US" sz="16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CF5A5CE-0027-1C24-613E-E06C144237C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72448" y="7734231"/>
            <a:ext cx="3057952" cy="495369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92646" y="541346"/>
            <a:ext cx="905696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Common Pitfalls to Avoid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316004"/>
            <a:ext cx="4196358" cy="2085142"/>
          </a:xfrm>
          <a:prstGeom prst="roundRect">
            <a:avLst>
              <a:gd name="adj" fmla="val 1632"/>
            </a:avLst>
          </a:prstGeom>
          <a:solidFill>
            <a:srgbClr val="E8E8E3"/>
          </a:solidFill>
          <a:ln w="30480">
            <a:solidFill>
              <a:srgbClr val="C8CA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3790" y="2316004"/>
            <a:ext cx="121920" cy="2085142"/>
          </a:xfrm>
          <a:prstGeom prst="roundRect">
            <a:avLst>
              <a:gd name="adj" fmla="val 27907"/>
            </a:avLst>
          </a:prstGeom>
          <a:solidFill>
            <a:srgbClr val="C8CAC1"/>
          </a:solidFill>
          <a:ln/>
        </p:spPr>
      </p:sp>
      <p:sp>
        <p:nvSpPr>
          <p:cNvPr id="5" name="Text 3"/>
          <p:cNvSpPr/>
          <p:nvPr/>
        </p:nvSpPr>
        <p:spPr>
          <a:xfrm>
            <a:off x="1173004" y="2573298"/>
            <a:ext cx="355985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Ambiguous Instructions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73004" y="3176349"/>
            <a:ext cx="355985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"Make this better" fails. Be specific: "more concise" or "more persuasive."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2316004"/>
            <a:ext cx="4196358" cy="2085142"/>
          </a:xfrm>
          <a:prstGeom prst="roundRect">
            <a:avLst>
              <a:gd name="adj" fmla="val 1632"/>
            </a:avLst>
          </a:prstGeom>
          <a:solidFill>
            <a:srgbClr val="E8E8E3"/>
          </a:solidFill>
          <a:ln w="30480">
            <a:solidFill>
              <a:srgbClr val="C8CA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16962" y="2316004"/>
            <a:ext cx="121920" cy="2085142"/>
          </a:xfrm>
          <a:prstGeom prst="roundRect">
            <a:avLst>
              <a:gd name="adj" fmla="val 27907"/>
            </a:avLst>
          </a:prstGeom>
          <a:solidFill>
            <a:srgbClr val="C8CAC1"/>
          </a:solidFill>
          <a:ln/>
        </p:spPr>
      </p:sp>
      <p:sp>
        <p:nvSpPr>
          <p:cNvPr id="9" name="Text 7"/>
          <p:cNvSpPr/>
          <p:nvPr/>
        </p:nvSpPr>
        <p:spPr>
          <a:xfrm>
            <a:off x="5596176" y="2573298"/>
            <a:ext cx="312872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Unstated Context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96176" y="3176348"/>
            <a:ext cx="355985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Unless previously stated, provide full context in each prompt.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40133" y="2316004"/>
            <a:ext cx="4196358" cy="2085142"/>
          </a:xfrm>
          <a:prstGeom prst="roundRect">
            <a:avLst>
              <a:gd name="adj" fmla="val 1632"/>
            </a:avLst>
          </a:prstGeom>
          <a:solidFill>
            <a:srgbClr val="E8E8E3"/>
          </a:solidFill>
          <a:ln w="30480">
            <a:solidFill>
              <a:srgbClr val="C8CAC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40133" y="2316004"/>
            <a:ext cx="121920" cy="2085142"/>
          </a:xfrm>
          <a:prstGeom prst="roundRect">
            <a:avLst>
              <a:gd name="adj" fmla="val 27907"/>
            </a:avLst>
          </a:prstGeom>
          <a:solidFill>
            <a:srgbClr val="C8CAC1"/>
          </a:solidFill>
          <a:ln/>
        </p:spPr>
      </p:sp>
      <p:sp>
        <p:nvSpPr>
          <p:cNvPr id="13" name="Text 11"/>
          <p:cNvSpPr/>
          <p:nvPr/>
        </p:nvSpPr>
        <p:spPr>
          <a:xfrm>
            <a:off x="10019348" y="2573298"/>
            <a:ext cx="355985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Overly Complex Prompts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019348" y="3176349"/>
            <a:ext cx="355985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Break down requests. Sequential, focused prompts yield better results.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2892089" y="4627959"/>
            <a:ext cx="4196358" cy="2448044"/>
          </a:xfrm>
          <a:prstGeom prst="roundRect">
            <a:avLst>
              <a:gd name="adj" fmla="val 1390"/>
            </a:avLst>
          </a:prstGeom>
          <a:solidFill>
            <a:srgbClr val="E8E8E3"/>
          </a:solidFill>
          <a:ln w="30480">
            <a:solidFill>
              <a:srgbClr val="C8CAC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92089" y="4627959"/>
            <a:ext cx="121920" cy="2448044"/>
          </a:xfrm>
          <a:prstGeom prst="roundRect">
            <a:avLst>
              <a:gd name="adj" fmla="val 27907"/>
            </a:avLst>
          </a:prstGeom>
          <a:solidFill>
            <a:srgbClr val="C8CAC1"/>
          </a:solidFill>
          <a:ln/>
        </p:spPr>
      </p:sp>
      <p:sp>
        <p:nvSpPr>
          <p:cNvPr id="17" name="Text 15"/>
          <p:cNvSpPr/>
          <p:nvPr/>
        </p:nvSpPr>
        <p:spPr>
          <a:xfrm>
            <a:off x="3271303" y="4885253"/>
            <a:ext cx="355985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Clarity in Length/Format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271303" y="5730002"/>
            <a:ext cx="355985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Always specify desired length (e.g., "2-paragraph summary" or "1000-word analysis").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7541954" y="4604405"/>
            <a:ext cx="4196358" cy="2448044"/>
          </a:xfrm>
          <a:prstGeom prst="roundRect">
            <a:avLst>
              <a:gd name="adj" fmla="val 1390"/>
            </a:avLst>
          </a:prstGeom>
          <a:solidFill>
            <a:srgbClr val="E8E8E3"/>
          </a:solidFill>
          <a:ln w="30480">
            <a:solidFill>
              <a:srgbClr val="C8CAC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41954" y="4604405"/>
            <a:ext cx="121920" cy="2448044"/>
          </a:xfrm>
          <a:prstGeom prst="roundRect">
            <a:avLst>
              <a:gd name="adj" fmla="val 27907"/>
            </a:avLst>
          </a:prstGeom>
          <a:solidFill>
            <a:srgbClr val="C8CAC1"/>
          </a:solidFill>
          <a:ln/>
        </p:spPr>
      </p:sp>
      <p:sp>
        <p:nvSpPr>
          <p:cNvPr id="21" name="Text 19"/>
          <p:cNvSpPr/>
          <p:nvPr/>
        </p:nvSpPr>
        <p:spPr>
          <a:xfrm>
            <a:off x="7921168" y="4861699"/>
            <a:ext cx="355985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Conflicting Instructions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921168" y="5467025"/>
            <a:ext cx="355985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Prioritize requirements. "Brief but comprehensive" needs clear prioritization.</a:t>
            </a:r>
            <a:endParaRPr lang="en-US" sz="17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4BD1081-BE3D-8BEF-EDE0-9C5D870F4D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1018" y="7657775"/>
            <a:ext cx="3057952" cy="495369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2988"/>
            <a:ext cx="14638369" cy="8223624"/>
          </a:xfrm>
          <a:custGeom>
            <a:avLst/>
            <a:gdLst/>
            <a:ahLst/>
            <a:cxnLst/>
            <a:rect l="l" t="t" r="r" b="b"/>
            <a:pathLst>
              <a:path w="17497425" h="9829800">
                <a:moveTo>
                  <a:pt x="0" y="0"/>
                </a:moveTo>
                <a:lnTo>
                  <a:pt x="17497425" y="0"/>
                </a:lnTo>
                <a:lnTo>
                  <a:pt x="17497425" y="9829800"/>
                </a:lnTo>
                <a:lnTo>
                  <a:pt x="0" y="9829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737DAB-85B0-56F9-1C63-07F31638E7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5723" y="1915891"/>
            <a:ext cx="10239764" cy="45405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68CFE92-DD37-40DF-A9A7-511E195EAF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7555" y="7331103"/>
            <a:ext cx="5820814" cy="89550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3568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Key Takeaways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857256" y="2861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Clarity is King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351967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Specific, detailed prompts outperform vague ones.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33492" y="3336369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9937790" y="2513290"/>
            <a:ext cx="299239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Context Matters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937790" y="3003709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Always provide relevant background information.</a:t>
            </a:r>
            <a:endParaRPr lang="en-US" sz="17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893010" y="3071693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2</a:t>
            </a:r>
            <a:endParaRPr lang="en-US" sz="2650" dirty="0"/>
          </a:p>
        </p:txBody>
      </p:sp>
      <p:sp>
        <p:nvSpPr>
          <p:cNvPr id="11" name="Text 7"/>
          <p:cNvSpPr/>
          <p:nvPr/>
        </p:nvSpPr>
        <p:spPr>
          <a:xfrm>
            <a:off x="10051256" y="4269224"/>
            <a:ext cx="323076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Format Explicitly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10051256" y="4759643"/>
            <a:ext cx="378535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Tell AI how you want output structured.</a:t>
            </a:r>
            <a:endParaRPr lang="en-US" sz="17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719423" y="4758452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3</a:t>
            </a:r>
            <a:endParaRPr lang="en-US" sz="2650" dirty="0"/>
          </a:p>
        </p:txBody>
      </p:sp>
      <p:sp>
        <p:nvSpPr>
          <p:cNvPr id="15" name="Text 10"/>
          <p:cNvSpPr/>
          <p:nvPr/>
        </p:nvSpPr>
        <p:spPr>
          <a:xfrm>
            <a:off x="9937790" y="5662374"/>
            <a:ext cx="328826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Iterate and Refine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9937790" y="6152793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Great results from conversational back-and-forth.</a:t>
            </a:r>
            <a:endParaRPr lang="en-US" sz="17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370564" y="6065520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4</a:t>
            </a:r>
            <a:endParaRPr lang="en-US" sz="2650" dirty="0"/>
          </a:p>
        </p:txBody>
      </p:sp>
      <p:sp>
        <p:nvSpPr>
          <p:cNvPr id="19" name="Text 13"/>
          <p:cNvSpPr/>
          <p:nvPr/>
        </p:nvSpPr>
        <p:spPr>
          <a:xfrm>
            <a:off x="793790" y="5318403"/>
            <a:ext cx="389870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Match Technique to Task</a:t>
            </a:r>
            <a:endParaRPr lang="en-US" sz="2200" dirty="0"/>
          </a:p>
        </p:txBody>
      </p:sp>
      <p:sp>
        <p:nvSpPr>
          <p:cNvPr id="20" name="Text 14"/>
          <p:cNvSpPr/>
          <p:nvPr/>
        </p:nvSpPr>
        <p:spPr>
          <a:xfrm>
            <a:off x="793790" y="6163151"/>
            <a:ext cx="389870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Different approaches for different requests.</a:t>
            </a:r>
            <a:endParaRPr lang="en-US" sz="175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710595" y="5186720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5</a:t>
            </a:r>
            <a:endParaRPr lang="en-US" sz="26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4932288-0A01-6ABD-49F2-CFA25E49835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72448" y="7701879"/>
            <a:ext cx="3057952" cy="495369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353</Words>
  <Application>Microsoft Office PowerPoint</Application>
  <PresentationFormat>Custom</PresentationFormat>
  <Paragraphs>55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Hubot Sans Bold</vt:lpstr>
      <vt:lpstr>Arial</vt:lpstr>
      <vt:lpstr>Roboto Condensed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Rethik Manoharan</dc:creator>
  <cp:lastModifiedBy>Rethik Manoharan</cp:lastModifiedBy>
  <cp:revision>3</cp:revision>
  <dcterms:created xsi:type="dcterms:W3CDTF">2025-09-03T02:32:28Z</dcterms:created>
  <dcterms:modified xsi:type="dcterms:W3CDTF">2025-09-03T03:15:20Z</dcterms:modified>
</cp:coreProperties>
</file>